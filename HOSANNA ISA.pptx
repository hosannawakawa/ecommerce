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sldIdLst>
    <p:sldId id="256" r:id="rId2"/>
    <p:sldId id="257" r:id="rId3"/>
    <p:sldId id="258" r:id="rId4"/>
    <p:sldId id="261" r:id="rId5"/>
    <p:sldId id="260" r:id="rId6"/>
    <p:sldId id="259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3947" autoAdjust="0"/>
    <p:restoredTop sz="94660"/>
  </p:normalViewPr>
  <p:slideViewPr>
    <p:cSldViewPr snapToGrid="0">
      <p:cViewPr varScale="1">
        <p:scale>
          <a:sx n="81" d="100"/>
          <a:sy n="81" d="100"/>
        </p:scale>
        <p:origin x="96" y="8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019CFB-066D-4680-899E-03CF96F3C2B7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AF1E3D-6037-40A2-96D1-E70F0D89D6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7305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0BE62-D25E-41CE-9784-E05A7E83D530}" type="datetime1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381E0996-6D8D-44A5-9700-522B06A592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3996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396EE-BD77-4742-9A68-4DFC557FE268}" type="datetime1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E0996-6D8D-44A5-9700-522B06A592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4497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F39E8-300B-4FC6-A852-AA853DDD3DEC}" type="datetime1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81E0996-6D8D-44A5-9700-522B06A592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8636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043E6-96D3-4DD8-9126-7CC59956ED6D}" type="datetime1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81E0996-6D8D-44A5-9700-522B06A592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1471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468C8-9041-445E-92D0-2F396E917554}" type="datetime1">
              <a:rPr lang="en-US" smtClean="0"/>
              <a:t>1/29/2026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81E0996-6D8D-44A5-9700-522B06A592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1042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BBBEB-F2BE-41D5-979F-EFF464F412D8}" type="datetime1">
              <a:rPr lang="en-US" smtClean="0"/>
              <a:t>1/29/2026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E0996-6D8D-44A5-9700-522B06A592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85902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4530A-8886-424D-99D1-EC27B4D5EC66}" type="datetime1">
              <a:rPr lang="en-US" smtClean="0"/>
              <a:t>1/29/2026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E0996-6D8D-44A5-9700-522B06A592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76705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10834E-2942-4314-ABCD-5CBF013047B6}" type="datetime1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E0996-6D8D-44A5-9700-522B06A592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194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52886-B8E2-4E68-800C-69651339C65E}" type="datetime1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81E0996-6D8D-44A5-9700-522B06A592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94530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F3C13-A82F-433C-A3C1-CF516DB19BD9}" type="datetime1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81E0996-6D8D-44A5-9700-522B06A592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025363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F3C13-A82F-433C-A3C1-CF516DB19BD9}" type="datetime1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81E0996-6D8D-44A5-9700-522B06A592D2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03394196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F3C13-A82F-433C-A3C1-CF516DB19BD9}" type="datetime1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81E0996-6D8D-44A5-9700-522B06A592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868210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F3C13-A82F-433C-A3C1-CF516DB19BD9}" type="datetime1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81E0996-6D8D-44A5-9700-522B06A592D2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82761078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F3C13-A82F-433C-A3C1-CF516DB19BD9}" type="datetime1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81E0996-6D8D-44A5-9700-522B06A592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1488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1E4D9-23E2-4196-8381-3984BCB3081E}" type="datetime1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E0996-6D8D-44A5-9700-522B06A592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8972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83BF1-C1E5-4705-8EFF-8E3831307640}" type="datetime1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E0996-6D8D-44A5-9700-522B06A592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8603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3F3C13-A82F-433C-A3C1-CF516DB19BD9}" type="datetime1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381E0996-6D8D-44A5-9700-522B06A592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471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FDF452C-C8D7-4CD4-9011-DC67990728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1098" y="1064760"/>
            <a:ext cx="2209800" cy="206692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1F96D91-1698-4F2E-B8B1-705B5C4B4923}"/>
              </a:ext>
            </a:extLst>
          </p:cNvPr>
          <p:cNvSpPr txBox="1"/>
          <p:nvPr/>
        </p:nvSpPr>
        <p:spPr>
          <a:xfrm>
            <a:off x="3452131" y="3429000"/>
            <a:ext cx="528773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Segoe UI Black" panose="020B0A02040204020203" pitchFamily="34" charset="0"/>
                <a:ea typeface="Segoe UI Black" panose="020B0A02040204020203" pitchFamily="34" charset="0"/>
              </a:rPr>
              <a:t>NAME:</a:t>
            </a:r>
            <a:r>
              <a:rPr lang="en-US" sz="2000" u="sng" dirty="0">
                <a:latin typeface="Segoe UI Black" panose="020B0A02040204020203" pitchFamily="34" charset="0"/>
                <a:ea typeface="Segoe UI Black" panose="020B0A02040204020203" pitchFamily="34" charset="0"/>
              </a:rPr>
              <a:t>HOSANNA ISA</a:t>
            </a:r>
          </a:p>
          <a:p>
            <a:r>
              <a:rPr lang="en-US" sz="2000" dirty="0">
                <a:latin typeface="Segoe UI Black" panose="020B0A02040204020203" pitchFamily="34" charset="0"/>
                <a:ea typeface="Segoe UI Black" panose="020B0A02040204020203" pitchFamily="34" charset="0"/>
              </a:rPr>
              <a:t>MATRIC NO:</a:t>
            </a:r>
            <a:r>
              <a:rPr lang="en-US" sz="2000" u="sng" dirty="0">
                <a:latin typeface="Segoe UI Black" panose="020B0A02040204020203" pitchFamily="34" charset="0"/>
                <a:ea typeface="Segoe UI Black" panose="020B0A02040204020203" pitchFamily="34" charset="0"/>
              </a:rPr>
              <a:t>CSC/24U/4494</a:t>
            </a:r>
          </a:p>
          <a:p>
            <a:r>
              <a:rPr lang="en-US" sz="2000" dirty="0">
                <a:latin typeface="Segoe UI Black" panose="020B0A02040204020203" pitchFamily="34" charset="0"/>
                <a:ea typeface="Segoe UI Black" panose="020B0A02040204020203" pitchFamily="34" charset="0"/>
              </a:rPr>
              <a:t>TITLE</a:t>
            </a:r>
            <a:r>
              <a:rPr lang="en-US" sz="2000" u="sng" dirty="0">
                <a:latin typeface="Segoe UI Black" panose="020B0A02040204020203" pitchFamily="34" charset="0"/>
                <a:ea typeface="Segoe UI Black" panose="020B0A02040204020203" pitchFamily="34" charset="0"/>
              </a:rPr>
              <a:t>:SIWES EXPERIENCE AT N.I.T.D.A</a:t>
            </a:r>
          </a:p>
          <a:p>
            <a:r>
              <a:rPr lang="en-US" sz="2000" dirty="0">
                <a:latin typeface="Segoe UI Black" panose="020B0A02040204020203" pitchFamily="34" charset="0"/>
                <a:ea typeface="Segoe UI Black" panose="020B0A02040204020203" pitchFamily="34" charset="0"/>
              </a:rPr>
              <a:t>FACULTY:</a:t>
            </a:r>
            <a:r>
              <a:rPr lang="en-US" sz="2000" u="sng" dirty="0">
                <a:latin typeface="Segoe UI Black" panose="020B0A02040204020203" pitchFamily="34" charset="0"/>
                <a:ea typeface="Segoe UI Black" panose="020B0A02040204020203" pitchFamily="34" charset="0"/>
              </a:rPr>
              <a:t>COMPUTING</a:t>
            </a:r>
          </a:p>
          <a:p>
            <a:r>
              <a:rPr lang="en-US" sz="2000" dirty="0">
                <a:latin typeface="Segoe UI Black" panose="020B0A02040204020203" pitchFamily="34" charset="0"/>
                <a:ea typeface="Segoe UI Black" panose="020B0A02040204020203" pitchFamily="34" charset="0"/>
              </a:rPr>
              <a:t>DEPT:</a:t>
            </a:r>
            <a:r>
              <a:rPr lang="en-US" sz="2000" u="sng" dirty="0">
                <a:latin typeface="Segoe UI Black" panose="020B0A02040204020203" pitchFamily="34" charset="0"/>
                <a:ea typeface="Segoe UI Black" panose="020B0A02040204020203" pitchFamily="34" charset="0"/>
              </a:rPr>
              <a:t>COMPUTER SCIENCE</a:t>
            </a:r>
          </a:p>
          <a:p>
            <a:r>
              <a:rPr lang="en-US" sz="2000" u="sng" dirty="0">
                <a:latin typeface="Segoe UI Black" panose="020B0A02040204020203" pitchFamily="34" charset="0"/>
                <a:ea typeface="Segoe UI Black" panose="020B0A02040204020203" pitchFamily="34" charset="0"/>
              </a:rPr>
              <a:t>LEVEL:300</a:t>
            </a:r>
          </a:p>
          <a:p>
            <a:r>
              <a:rPr lang="en-US" sz="2000" u="sng" dirty="0">
                <a:latin typeface="Segoe UI Black" panose="020B0A02040204020203" pitchFamily="34" charset="0"/>
                <a:ea typeface="Segoe UI Black" panose="020B0A02040204020203" pitchFamily="34" charset="0"/>
              </a:rPr>
              <a:t>SIWES:12 WEEKS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F915A95F-8B67-4C1C-89B3-A6CFF4CEE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r>
              <a:rPr lang="en-US" sz="2000" dirty="0">
                <a:solidFill>
                  <a:schemeClr val="tx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077305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0F582E8-2CB3-47C0-84B4-4AA480C47A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4437" y="645071"/>
            <a:ext cx="2143125" cy="21431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569BED4-CB5C-4E4D-BEFF-4D75CC8D0A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4437" y="2646153"/>
            <a:ext cx="2247900" cy="14097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1233001-AE64-4600-9AFC-F7B3C8D1939A}"/>
              </a:ext>
            </a:extLst>
          </p:cNvPr>
          <p:cNvSpPr txBox="1"/>
          <p:nvPr/>
        </p:nvSpPr>
        <p:spPr>
          <a:xfrm>
            <a:off x="3220841" y="4437592"/>
            <a:ext cx="585509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Segoe UI Black" panose="020B0A02040204020203" pitchFamily="34" charset="0"/>
                <a:ea typeface="Segoe UI Black" panose="020B0A02040204020203" pitchFamily="34" charset="0"/>
              </a:rPr>
              <a:t>PLACE OF SIWES: </a:t>
            </a:r>
            <a:r>
              <a:rPr lang="en-US" sz="2000" u="sng" dirty="0">
                <a:latin typeface="Segoe UI Black" panose="020B0A02040204020203" pitchFamily="34" charset="0"/>
                <a:ea typeface="Segoe UI Black" panose="020B0A02040204020203" pitchFamily="34" charset="0"/>
              </a:rPr>
              <a:t>N.I.T.D.A </a:t>
            </a:r>
          </a:p>
          <a:p>
            <a:r>
              <a:rPr lang="en-US" sz="2000" dirty="0">
                <a:latin typeface="Segoe UI Black" panose="020B0A02040204020203" pitchFamily="34" charset="0"/>
                <a:ea typeface="Segoe UI Black" panose="020B0A02040204020203" pitchFamily="34" charset="0"/>
              </a:rPr>
              <a:t>LOCATION</a:t>
            </a:r>
            <a:r>
              <a:rPr lang="en-US" sz="2000" u="sng" dirty="0">
                <a:latin typeface="Segoe UI Black" panose="020B0A02040204020203" pitchFamily="34" charset="0"/>
                <a:ea typeface="Segoe UI Black" panose="020B0A02040204020203" pitchFamily="34" charset="0"/>
              </a:rPr>
              <a:t>: GOMBE,GOMBE STATE NIGERIA</a:t>
            </a:r>
          </a:p>
          <a:p>
            <a:r>
              <a:rPr lang="en-US" sz="2000" dirty="0">
                <a:latin typeface="Segoe UI Black" panose="020B0A02040204020203" pitchFamily="34" charset="0"/>
                <a:ea typeface="Segoe UI Black" panose="020B0A02040204020203" pitchFamily="34" charset="0"/>
              </a:rPr>
              <a:t>COURSE ENROLLED:</a:t>
            </a:r>
            <a:r>
              <a:rPr lang="en-US" sz="2000" u="sng" dirty="0">
                <a:latin typeface="Segoe UI Black" panose="020B0A02040204020203" pitchFamily="34" charset="0"/>
                <a:ea typeface="Segoe UI Black" panose="020B0A02040204020203" pitchFamily="34" charset="0"/>
              </a:rPr>
              <a:t>WEB DEVELOPMENT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F4E1FAF8-2055-4D68-ABB1-A7651556F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1329542" y="751197"/>
            <a:ext cx="2659083" cy="365125"/>
          </a:xfrm>
        </p:spPr>
        <p:txBody>
          <a:bodyPr/>
          <a:lstStyle/>
          <a:p>
            <a:fld id="{381E0996-6D8D-44A5-9700-522B06A592D2}" type="slidenum">
              <a:rPr lang="en-US" sz="2000" smtClean="0">
                <a:solidFill>
                  <a:schemeClr val="tx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2</a:t>
            </a:fld>
            <a:endParaRPr lang="en-US" sz="2000" dirty="0">
              <a:solidFill>
                <a:schemeClr val="tx1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53518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11056B5-76E4-4788-84F4-6E2214C8DD38}"/>
              </a:ext>
            </a:extLst>
          </p:cNvPr>
          <p:cNvSpPr txBox="1"/>
          <p:nvPr/>
        </p:nvSpPr>
        <p:spPr>
          <a:xfrm>
            <a:off x="3438525" y="449037"/>
            <a:ext cx="53149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Segoe UI Black" panose="020B0A02040204020203" pitchFamily="34" charset="0"/>
                <a:ea typeface="Segoe UI Black" panose="020B0A02040204020203" pitchFamily="34" charset="0"/>
              </a:rPr>
              <a:t>WEB DEVELOPMENT PROJECT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4F162D4-287D-4AED-A497-3C598CA67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E0996-6D8D-44A5-9700-522B06A592D2}" type="slidenum">
              <a:rPr lang="en-US" sz="2000" smtClean="0">
                <a:solidFill>
                  <a:schemeClr val="tx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3</a:t>
            </a:fld>
            <a:endParaRPr lang="en-US" sz="2000" dirty="0">
              <a:solidFill>
                <a:schemeClr val="tx1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57463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66E2C5B-78BA-4045-BE2A-5439FAA01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032" y="18662"/>
            <a:ext cx="11857921" cy="6858000"/>
          </a:xfrm>
          <a:prstGeom prst="rect">
            <a:avLst/>
          </a:prstGeom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F4FE8BF-E076-4782-ADCE-20F3B2044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E0996-6D8D-44A5-9700-522B06A592D2}" type="slidenum">
              <a:rPr lang="en-US" sz="2000" smtClean="0">
                <a:solidFill>
                  <a:schemeClr val="tx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4</a:t>
            </a:fld>
            <a:endParaRPr lang="en-US" sz="2000" dirty="0">
              <a:solidFill>
                <a:schemeClr val="tx1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3627E3C-FA36-4268-8488-58A1CDDF66F2}"/>
              </a:ext>
            </a:extLst>
          </p:cNvPr>
          <p:cNvSpPr txBox="1"/>
          <p:nvPr/>
        </p:nvSpPr>
        <p:spPr>
          <a:xfrm>
            <a:off x="5003470" y="387672"/>
            <a:ext cx="21850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Segoe UI Black" panose="020B0A02040204020203" pitchFamily="34" charset="0"/>
                <a:ea typeface="Segoe UI Black" panose="020B0A02040204020203" pitchFamily="34" charset="0"/>
              </a:rPr>
              <a:t>SIGN UP PAGE</a:t>
            </a:r>
          </a:p>
        </p:txBody>
      </p:sp>
    </p:spTree>
    <p:extLst>
      <p:ext uri="{BB962C8B-B14F-4D97-AF65-F5344CB8AC3E}">
        <p14:creationId xmlns:p14="http://schemas.microsoft.com/office/powerpoint/2010/main" val="7609526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D2C6065-964C-47BB-BEE9-3FCD71E12676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6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626984" y="1118506"/>
            <a:ext cx="4938032" cy="473528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11056B5-76E4-4788-84F4-6E2214C8DD38}"/>
              </a:ext>
            </a:extLst>
          </p:cNvPr>
          <p:cNvSpPr txBox="1"/>
          <p:nvPr/>
        </p:nvSpPr>
        <p:spPr>
          <a:xfrm>
            <a:off x="3438525" y="449037"/>
            <a:ext cx="53149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Verdana" panose="020B0604030504040204" pitchFamily="34" charset="0"/>
                <a:ea typeface="Verdana" panose="020B0604030504040204" pitchFamily="34" charset="0"/>
              </a:rPr>
              <a:t>WEB DEVELOPMENT PROJECT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82122E3-39C3-43D6-9E84-C0CB6AE2178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039" y="0"/>
            <a:ext cx="11857921" cy="6858000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D1E9F8B-DDF4-4DCB-A781-9B65561AE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E0996-6D8D-44A5-9700-522B06A592D2}" type="slidenum">
              <a:rPr lang="en-US" sz="2000" smtClean="0">
                <a:solidFill>
                  <a:schemeClr val="tx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5</a:t>
            </a:fld>
            <a:endParaRPr lang="en-US" sz="2000" dirty="0">
              <a:solidFill>
                <a:schemeClr val="tx1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E06CA5-6281-49A0-B901-D5D98AAAF66A}"/>
              </a:ext>
            </a:extLst>
          </p:cNvPr>
          <p:cNvSpPr txBox="1"/>
          <p:nvPr/>
        </p:nvSpPr>
        <p:spPr>
          <a:xfrm>
            <a:off x="5015344" y="279759"/>
            <a:ext cx="21613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Segoe UI Black" panose="020B0A02040204020203" pitchFamily="34" charset="0"/>
                <a:ea typeface="Segoe UI Black" panose="020B0A02040204020203" pitchFamily="34" charset="0"/>
              </a:rPr>
              <a:t>SIGN IN PAGE</a:t>
            </a:r>
          </a:p>
        </p:txBody>
      </p:sp>
    </p:spTree>
    <p:extLst>
      <p:ext uri="{BB962C8B-B14F-4D97-AF65-F5344CB8AC3E}">
        <p14:creationId xmlns:p14="http://schemas.microsoft.com/office/powerpoint/2010/main" val="10938097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BA9F339-26A1-44CD-BEEF-9ED22EE72E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828" y="865984"/>
            <a:ext cx="11016344" cy="772341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E1A0679-2966-410B-8360-906C231F91C4}"/>
              </a:ext>
            </a:extLst>
          </p:cNvPr>
          <p:cNvSpPr txBox="1"/>
          <p:nvPr/>
        </p:nvSpPr>
        <p:spPr>
          <a:xfrm>
            <a:off x="5045033" y="320634"/>
            <a:ext cx="21019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Segoe UI Black" panose="020B0A02040204020203" pitchFamily="34" charset="0"/>
                <a:ea typeface="Segoe UI Black" panose="020B0A02040204020203" pitchFamily="34" charset="0"/>
              </a:rPr>
              <a:t>HOME PAGE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966CBA-18E5-4E26-8596-2903975DE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25" y="782299"/>
            <a:ext cx="779767" cy="365125"/>
          </a:xfrm>
        </p:spPr>
        <p:txBody>
          <a:bodyPr/>
          <a:lstStyle/>
          <a:p>
            <a:fld id="{381E0996-6D8D-44A5-9700-522B06A592D2}" type="slidenum">
              <a:rPr lang="en-US" sz="2000" smtClean="0">
                <a:solidFill>
                  <a:schemeClr val="tx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6</a:t>
            </a:fld>
            <a:endParaRPr lang="en-US" sz="2000" dirty="0">
              <a:solidFill>
                <a:schemeClr val="tx1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81795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1BEF92B-AE16-4D52-A2C0-1141C7C26C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24" y="712521"/>
            <a:ext cx="12192000" cy="716675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0BB8645-691B-4E5F-8E55-40541FFC2C76}"/>
              </a:ext>
            </a:extLst>
          </p:cNvPr>
          <p:cNvSpPr txBox="1"/>
          <p:nvPr/>
        </p:nvSpPr>
        <p:spPr>
          <a:xfrm>
            <a:off x="3224150" y="250856"/>
            <a:ext cx="58189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Segoe UI Black" panose="020B0A02040204020203" pitchFamily="34" charset="0"/>
                <a:ea typeface="Segoe UI Black" panose="020B0A02040204020203" pitchFamily="34" charset="0"/>
              </a:rPr>
              <a:t>SEARCH FEATURE DEMONSTRATION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049DBE3B-36F6-43E7-8B52-9FE1FCA29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245682" y="347396"/>
            <a:ext cx="779767" cy="365125"/>
          </a:xfrm>
        </p:spPr>
        <p:txBody>
          <a:bodyPr/>
          <a:lstStyle/>
          <a:p>
            <a:fld id="{381E0996-6D8D-44A5-9700-522B06A592D2}" type="slidenum">
              <a:rPr lang="en-US" sz="2000" smtClean="0">
                <a:solidFill>
                  <a:schemeClr val="tx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7</a:t>
            </a:fld>
            <a:endParaRPr lang="en-US" sz="2000" dirty="0">
              <a:solidFill>
                <a:schemeClr val="tx1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53035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AD39EB0-3BF5-449D-949C-10BC47D333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13171"/>
            <a:ext cx="12192000" cy="685669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E24DFFD-4CF7-4FCD-A46C-ECEE66238E47}"/>
              </a:ext>
            </a:extLst>
          </p:cNvPr>
          <p:cNvSpPr txBox="1"/>
          <p:nvPr/>
        </p:nvSpPr>
        <p:spPr>
          <a:xfrm>
            <a:off x="3087804" y="251506"/>
            <a:ext cx="60163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Segoe UI Black" panose="020B0A02040204020203" pitchFamily="34" charset="0"/>
                <a:ea typeface="Segoe UI Black" panose="020B0A02040204020203" pitchFamily="34" charset="0"/>
              </a:rPr>
              <a:t>SEARCH FEATURE DEMONSTRATION 2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3C79622-0649-45BF-8615-A21987D9F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192583" y="482338"/>
            <a:ext cx="779767" cy="365125"/>
          </a:xfrm>
        </p:spPr>
        <p:txBody>
          <a:bodyPr/>
          <a:lstStyle/>
          <a:p>
            <a:fld id="{381E0996-6D8D-44A5-9700-522B06A592D2}" type="slidenum">
              <a:rPr lang="en-US" sz="2000" smtClean="0">
                <a:solidFill>
                  <a:schemeClr val="tx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8</a:t>
            </a:fld>
            <a:endParaRPr lang="en-US" sz="2000" dirty="0">
              <a:solidFill>
                <a:schemeClr val="tx1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93860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113FFBD-5D79-47B0-9A6A-289F71CD9F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0100"/>
            <a:ext cx="12192000" cy="612031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BC1E47D-B20B-4C27-BA4E-635F0685CAB2}"/>
              </a:ext>
            </a:extLst>
          </p:cNvPr>
          <p:cNvSpPr txBox="1"/>
          <p:nvPr/>
        </p:nvSpPr>
        <p:spPr>
          <a:xfrm>
            <a:off x="5126182" y="204768"/>
            <a:ext cx="1939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Segoe UI Black" panose="020B0A02040204020203" pitchFamily="34" charset="0"/>
                <a:ea typeface="Segoe UI Black" panose="020B0A02040204020203" pitchFamily="34" charset="0"/>
              </a:rPr>
              <a:t>CART PAGE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84A2E07-25F3-4DD9-8265-2701B5156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156957" y="301308"/>
            <a:ext cx="779767" cy="365125"/>
          </a:xfrm>
        </p:spPr>
        <p:txBody>
          <a:bodyPr/>
          <a:lstStyle/>
          <a:p>
            <a:fld id="{381E0996-6D8D-44A5-9700-522B06A592D2}" type="slidenum">
              <a:rPr lang="en-US" sz="2000" smtClean="0">
                <a:solidFill>
                  <a:schemeClr val="tx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9</a:t>
            </a:fld>
            <a:endParaRPr lang="en-US" sz="2000" dirty="0">
              <a:solidFill>
                <a:schemeClr val="tx1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04038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A7611EF-A2FB-4924-A9B5-06BAFBDFB551}"/>
              </a:ext>
            </a:extLst>
          </p:cNvPr>
          <p:cNvSpPr txBox="1"/>
          <p:nvPr/>
        </p:nvSpPr>
        <p:spPr>
          <a:xfrm>
            <a:off x="4260729" y="572214"/>
            <a:ext cx="36705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Segoe UI Black" panose="020B0A02040204020203" pitchFamily="34" charset="0"/>
                <a:ea typeface="Segoe UI Black" panose="020B0A02040204020203" pitchFamily="34" charset="0"/>
              </a:rPr>
              <a:t>CHALLENGES FACED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B85D2DE5-264A-4475-82AB-C04BDBED1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E0996-6D8D-44A5-9700-522B06A592D2}" type="slidenum">
              <a:rPr lang="en-US" sz="2000" smtClean="0">
                <a:solidFill>
                  <a:schemeClr val="tx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10</a:t>
            </a:fld>
            <a:endParaRPr lang="en-US" sz="2000" dirty="0">
              <a:solidFill>
                <a:schemeClr val="tx1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03671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2EA5C33-C3B0-4631-AAAE-C4A78DAE42C9}"/>
              </a:ext>
            </a:extLst>
          </p:cNvPr>
          <p:cNvSpPr txBox="1"/>
          <p:nvPr/>
        </p:nvSpPr>
        <p:spPr>
          <a:xfrm>
            <a:off x="4061361" y="427512"/>
            <a:ext cx="47382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Segoe UI Black" panose="020B0A02040204020203" pitchFamily="34" charset="0"/>
                <a:ea typeface="Segoe UI Black" panose="020B0A02040204020203" pitchFamily="34" charset="0"/>
              </a:rPr>
              <a:t>SEARCH ALGORITHM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E0312E-42B4-4C24-B376-915122DBB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E0996-6D8D-44A5-9700-522B06A592D2}" type="slidenum">
              <a:rPr lang="en-US" sz="2000" smtClean="0">
                <a:solidFill>
                  <a:schemeClr val="tx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11</a:t>
            </a:fld>
            <a:endParaRPr lang="en-US" sz="2000" dirty="0">
              <a:solidFill>
                <a:schemeClr val="tx1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21754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6749E8C-5937-45B2-ACD5-8F32B7C26B86}"/>
              </a:ext>
            </a:extLst>
          </p:cNvPr>
          <p:cNvSpPr txBox="1"/>
          <p:nvPr/>
        </p:nvSpPr>
        <p:spPr>
          <a:xfrm>
            <a:off x="1642753" y="356260"/>
            <a:ext cx="89064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Segoe UI Black" panose="020B0A02040204020203" pitchFamily="34" charset="0"/>
                <a:ea typeface="Segoe UI Black" panose="020B0A02040204020203" pitchFamily="34" charset="0"/>
              </a:rPr>
              <a:t>SEARCH ALGORITHM IMPLEMENTATION IN JAVASCRIPT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3AB954-A09E-4D28-A839-98073F902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E0996-6D8D-44A5-9700-522B06A592D2}" type="slidenum">
              <a:rPr lang="en-US" sz="2000" smtClean="0">
                <a:solidFill>
                  <a:schemeClr val="tx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12</a:t>
            </a:fld>
            <a:endParaRPr lang="en-US" sz="2000" dirty="0">
              <a:solidFill>
                <a:schemeClr val="tx1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97530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2018B55-C337-41FF-974D-5758BF7EB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E0996-6D8D-44A5-9700-522B06A592D2}" type="slidenum">
              <a:rPr lang="en-US" sz="2000" smtClean="0">
                <a:solidFill>
                  <a:schemeClr val="tx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13</a:t>
            </a:fld>
            <a:endParaRPr lang="en-US" sz="2000" dirty="0">
              <a:solidFill>
                <a:schemeClr val="tx1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B3A570-B141-44FB-8DF5-B87F0DF7793C}"/>
              </a:ext>
            </a:extLst>
          </p:cNvPr>
          <p:cNvSpPr txBox="1"/>
          <p:nvPr/>
        </p:nvSpPr>
        <p:spPr>
          <a:xfrm>
            <a:off x="4348065" y="1996751"/>
            <a:ext cx="349586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latin typeface="Segoe UI Black" panose="020B0A02040204020203" pitchFamily="34" charset="0"/>
                <a:ea typeface="Segoe UI Black" panose="020B0A02040204020203" pitchFamily="34" charset="0"/>
              </a:rPr>
              <a:t>THE END, THANKS FOR LISTENING</a:t>
            </a:r>
          </a:p>
        </p:txBody>
      </p:sp>
    </p:spTree>
    <p:extLst>
      <p:ext uri="{BB962C8B-B14F-4D97-AF65-F5344CB8AC3E}">
        <p14:creationId xmlns:p14="http://schemas.microsoft.com/office/powerpoint/2010/main" val="2609213470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182</TotalTime>
  <Words>116</Words>
  <Application>Microsoft Office PowerPoint</Application>
  <PresentationFormat>Widescreen</PresentationFormat>
  <Paragraphs>35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Calibri</vt:lpstr>
      <vt:lpstr>Century Gothic</vt:lpstr>
      <vt:lpstr>Segoe UI Black</vt:lpstr>
      <vt:lpstr>Verdana</vt:lpstr>
      <vt:lpstr>Wingdings 3</vt:lpstr>
      <vt:lpstr>Wisp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Training User</dc:creator>
  <cp:lastModifiedBy>Training User</cp:lastModifiedBy>
  <cp:revision>21</cp:revision>
  <dcterms:created xsi:type="dcterms:W3CDTF">2026-01-29T11:54:28Z</dcterms:created>
  <dcterms:modified xsi:type="dcterms:W3CDTF">2026-01-29T15:01:49Z</dcterms:modified>
</cp:coreProperties>
</file>