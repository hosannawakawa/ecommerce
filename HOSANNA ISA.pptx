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71" r:id="rId2"/>
    <p:sldId id="256" r:id="rId3"/>
    <p:sldId id="257" r:id="rId4"/>
    <p:sldId id="258" r:id="rId5"/>
    <p:sldId id="269" r:id="rId6"/>
    <p:sldId id="261" r:id="rId7"/>
    <p:sldId id="260" r:id="rId8"/>
    <p:sldId id="259" r:id="rId9"/>
    <p:sldId id="262" r:id="rId10"/>
    <p:sldId id="263" r:id="rId11"/>
    <p:sldId id="264" r:id="rId12"/>
    <p:sldId id="265" r:id="rId13"/>
    <p:sldId id="266" r:id="rId14"/>
    <p:sldId id="270" r:id="rId15"/>
    <p:sldId id="267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394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14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019CFB-066D-4680-899E-03CF96F3C2B7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AF1E3D-6037-40A2-96D1-E70F0D89D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30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0BE62-D25E-41CE-9784-E05A7E83D530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399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396EE-BD77-4742-9A68-4DFC557FE268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449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3F39E8-300B-4FC6-A852-AA853DDD3DEC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863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043E6-96D3-4DD8-9126-7CC59956ED6D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147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68C8-9041-445E-92D0-2F396E917554}" type="datetime1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104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BBBEB-F2BE-41D5-979F-EFF464F412D8}" type="datetime1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590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4530A-8886-424D-99D1-EC27B4D5EC66}" type="datetime1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670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10834E-2942-4314-ABCD-5CBF013047B6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194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52886-B8E2-4E68-800C-69651339C65E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453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F3C13-A82F-433C-A3C1-CF516DB19BD9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025363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F3C13-A82F-433C-A3C1-CF516DB19BD9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03394196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F3C13-A82F-433C-A3C1-CF516DB19BD9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86821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F3C13-A82F-433C-A3C1-CF516DB19BD9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82761078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F3C13-A82F-433C-A3C1-CF516DB19BD9}" type="datetime1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1488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1E4D9-23E2-4196-8381-3984BCB3081E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8972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3BF1-C1E5-4705-8EFF-8E3831307640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860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F3C13-A82F-433C-A3C1-CF516DB19BD9}" type="datetime1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381E0996-6D8D-44A5-9700-522B06A59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71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3C8AC-FFFF-4E7A-BFE4-F83950C70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mtClean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1</a:t>
            </a:fld>
            <a:endParaRPr lang="en-US" dirty="0">
              <a:solidFill>
                <a:schemeClr val="tx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C2AC51-3F53-4FAA-BC05-B4F78A990099}"/>
              </a:ext>
            </a:extLst>
          </p:cNvPr>
          <p:cNvSpPr/>
          <p:nvPr/>
        </p:nvSpPr>
        <p:spPr>
          <a:xfrm>
            <a:off x="2978798" y="2747881"/>
            <a:ext cx="6234404" cy="258532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5400" b="0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Ink Free" panose="03080402000500000000" pitchFamily="66" charset="0"/>
              </a:rPr>
              <a:t>STUDENT INDUSTRIAL</a:t>
            </a:r>
          </a:p>
          <a:p>
            <a:r>
              <a:rPr lang="en-US" sz="54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Ink Free" panose="03080402000500000000" pitchFamily="66" charset="0"/>
              </a:rPr>
              <a:t>WORK EXPERIENCE</a:t>
            </a:r>
            <a:endParaRPr lang="en-US" sz="54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Ink Free" panose="03080402000500000000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6420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FDF452C-C8D7-4CD4-9011-DC67990728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3038" y="383156"/>
            <a:ext cx="1645920" cy="153950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1F96D91-1698-4F2E-B8B1-705B5C4B4923}"/>
              </a:ext>
            </a:extLst>
          </p:cNvPr>
          <p:cNvSpPr txBox="1"/>
          <p:nvPr/>
        </p:nvSpPr>
        <p:spPr>
          <a:xfrm>
            <a:off x="4437784" y="2689192"/>
            <a:ext cx="528773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NAME: </a:t>
            </a:r>
            <a:r>
              <a:rPr lang="en-US" sz="2000" u="sng" dirty="0">
                <a:latin typeface="Segoe UI Black" panose="020B0A02040204020203" pitchFamily="34" charset="0"/>
                <a:ea typeface="Segoe UI Black" panose="020B0A02040204020203" pitchFamily="34" charset="0"/>
              </a:rPr>
              <a:t>HOSANNA ISA</a:t>
            </a:r>
          </a:p>
          <a:p>
            <a:endParaRPr lang="en-US" sz="2000" u="sng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MATRIC NO: </a:t>
            </a:r>
            <a:r>
              <a:rPr lang="en-US" sz="2000" u="sng" dirty="0">
                <a:latin typeface="Segoe UI Black" panose="020B0A02040204020203" pitchFamily="34" charset="0"/>
                <a:ea typeface="Segoe UI Black" panose="020B0A02040204020203" pitchFamily="34" charset="0"/>
              </a:rPr>
              <a:t>CSC/24U/4494</a:t>
            </a:r>
          </a:p>
          <a:p>
            <a:endParaRPr lang="en-US" sz="2000" u="sng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FACULTY: </a:t>
            </a:r>
            <a:r>
              <a:rPr lang="en-US" sz="2000" u="sng" dirty="0">
                <a:latin typeface="Segoe UI Black" panose="020B0A02040204020203" pitchFamily="34" charset="0"/>
                <a:ea typeface="Segoe UI Black" panose="020B0A02040204020203" pitchFamily="34" charset="0"/>
              </a:rPr>
              <a:t>COMPUTING</a:t>
            </a:r>
          </a:p>
          <a:p>
            <a:endParaRPr lang="en-US" sz="2000" u="sng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DEPT: </a:t>
            </a:r>
            <a:r>
              <a:rPr lang="en-US" sz="2000" u="sng" dirty="0">
                <a:latin typeface="Segoe UI Black" panose="020B0A02040204020203" pitchFamily="34" charset="0"/>
                <a:ea typeface="Segoe UI Black" panose="020B0A02040204020203" pitchFamily="34" charset="0"/>
              </a:rPr>
              <a:t>COMPUTER SCIENCE</a:t>
            </a:r>
          </a:p>
          <a:p>
            <a:endParaRPr lang="en-US" sz="2000" u="sng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LEVEL: </a:t>
            </a:r>
            <a:r>
              <a:rPr lang="en-US" sz="2000" u="sng" dirty="0">
                <a:latin typeface="Segoe UI Black" panose="020B0A02040204020203" pitchFamily="34" charset="0"/>
                <a:ea typeface="Segoe UI Black" panose="020B0A02040204020203" pitchFamily="34" charset="0"/>
              </a:rPr>
              <a:t>300</a:t>
            </a:r>
          </a:p>
          <a:p>
            <a:endParaRPr lang="en-US" sz="2000" u="sng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SIWES: </a:t>
            </a:r>
            <a:r>
              <a:rPr lang="en-US" sz="2000" u="sng" dirty="0">
                <a:latin typeface="Segoe UI Black" panose="020B0A02040204020203" pitchFamily="34" charset="0"/>
                <a:ea typeface="Segoe UI Black" panose="020B0A02040204020203" pitchFamily="34" charset="0"/>
              </a:rPr>
              <a:t>12 WEEKS</a:t>
            </a:r>
          </a:p>
          <a:p>
            <a:endParaRPr lang="en-US" sz="2000" u="sng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915A95F-8B67-4C1C-89B3-A6CFF4CEE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r>
              <a:rPr lang="en-US" sz="20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7730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0F582E8-2CB3-47C0-84B4-4AA480C47A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3040" y="584982"/>
            <a:ext cx="1645920" cy="16459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69BED4-CB5C-4E4D-BEFF-4D75CC8D0A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3040" y="2230902"/>
            <a:ext cx="1645920" cy="10321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233001-AE64-4600-9AFC-F7B3C8D1939A}"/>
              </a:ext>
            </a:extLst>
          </p:cNvPr>
          <p:cNvSpPr txBox="1"/>
          <p:nvPr/>
        </p:nvSpPr>
        <p:spPr>
          <a:xfrm>
            <a:off x="3168454" y="3594914"/>
            <a:ext cx="585509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PLACE OF SIWES: </a:t>
            </a:r>
            <a:r>
              <a:rPr lang="en-US" sz="2000" u="sng" dirty="0">
                <a:latin typeface="Segoe UI Black" panose="020B0A02040204020203" pitchFamily="34" charset="0"/>
                <a:ea typeface="Segoe UI Black" panose="020B0A02040204020203" pitchFamily="34" charset="0"/>
              </a:rPr>
              <a:t>N.I.T.D.A </a:t>
            </a:r>
          </a:p>
          <a:p>
            <a:endParaRPr lang="en-US" sz="2000" u="sng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LOCATION: </a:t>
            </a:r>
            <a:r>
              <a:rPr lang="en-US" sz="2000" u="sng" dirty="0">
                <a:latin typeface="Segoe UI Black" panose="020B0A02040204020203" pitchFamily="34" charset="0"/>
                <a:ea typeface="Segoe UI Black" panose="020B0A02040204020203" pitchFamily="34" charset="0"/>
              </a:rPr>
              <a:t>GOMBE,GOMBE STATE NIGERIA</a:t>
            </a:r>
          </a:p>
          <a:p>
            <a:endParaRPr lang="en-US" sz="2000" u="sng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COURSE ENROLLED: </a:t>
            </a:r>
            <a:r>
              <a:rPr lang="en-US" sz="2000" u="sng" dirty="0">
                <a:latin typeface="Segoe UI Black" panose="020B0A02040204020203" pitchFamily="34" charset="0"/>
                <a:ea typeface="Segoe UI Black" panose="020B0A02040204020203" pitchFamily="34" charset="0"/>
              </a:rPr>
              <a:t>WEB DEVELOPMENT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4E1FAF8-2055-4D68-ABB1-A7651556F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329542" y="751197"/>
            <a:ext cx="2659083" cy="365125"/>
          </a:xfrm>
        </p:spPr>
        <p:txBody>
          <a:bodyPr/>
          <a:lstStyle/>
          <a:p>
            <a:fld id="{381E0996-6D8D-44A5-9700-522B06A592D2}" type="slidenum">
              <a:rPr lang="en-US" sz="2000" smtClean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3</a:t>
            </a:fld>
            <a:endParaRPr lang="en-US" sz="2000" dirty="0">
              <a:solidFill>
                <a:schemeClr val="tx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5351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11056B5-76E4-4788-84F4-6E2214C8DD38}"/>
              </a:ext>
            </a:extLst>
          </p:cNvPr>
          <p:cNvSpPr txBox="1"/>
          <p:nvPr/>
        </p:nvSpPr>
        <p:spPr>
          <a:xfrm>
            <a:off x="3329740" y="449037"/>
            <a:ext cx="5314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F31F5B-EDFB-4D61-9178-EB89504F4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449037"/>
            <a:ext cx="6788581" cy="1280890"/>
          </a:xfrm>
        </p:spPr>
        <p:txBody>
          <a:bodyPr/>
          <a:lstStyle/>
          <a:p>
            <a:r>
              <a:rPr lang="en-US" b="1" dirty="0">
                <a:latin typeface="Segoe UI Black" panose="020B0A02040204020203" pitchFamily="34" charset="0"/>
                <a:ea typeface="Segoe UI Black" panose="020B0A02040204020203" pitchFamily="34" charset="0"/>
              </a:rPr>
              <a:t>TASK COMPLETED AT NITDA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56F29D-DD3C-4523-BA91-6330064C7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8300" y="1729927"/>
            <a:ext cx="8915400" cy="3777622"/>
          </a:xfrm>
        </p:spPr>
        <p:txBody>
          <a:bodyPr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NITDA ORGANIZED A PHYSICAL WEB DEVELOPMENT COURSE WHICH I ENROLLED IN 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latin typeface="Segoe UI Semibold" panose="020B0702040204020203" pitchFamily="34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 COURSE COVERED FRONTEND WEB DEVELOPMENT AND TECHNOLOGIES USED WHICH ARE HTML,CSS &amp; JAVASCRIPT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latin typeface="Segoe UI Semibold" panose="020B0702040204020203" pitchFamily="34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I BUILT UP MY KNOWLEDGE ON THE ABOVE TECHNOLOGIES.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latin typeface="Segoe UI Semibold" panose="020B0702040204020203" pitchFamily="34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I DEVELOPED THE FRONTEND OF A FUCTIONAL ECOMMERCE WEBSITE AS MY PROJECT TO APPLY ALL THE KNOWLEDGE I AQUIRED DURING THE PROGRAM</a:t>
            </a:r>
          </a:p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4F162D4-287D-4AED-A497-3C598CA67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z="2000" smtClean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4</a:t>
            </a:fld>
            <a:endParaRPr lang="en-US" sz="2000" dirty="0">
              <a:solidFill>
                <a:schemeClr val="tx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5746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06DA04-4D10-4F48-89EC-F32190E1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8300" y="787782"/>
            <a:ext cx="9599075" cy="128089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Segoe UI Black" panose="020B0A02040204020203" pitchFamily="34" charset="0"/>
                <a:ea typeface="Segoe UI Black" panose="020B0A02040204020203" pitchFamily="34" charset="0"/>
              </a:rPr>
              <a:t>ECOMMERCE WEBSITE PROJECT (FRONTEND)</a:t>
            </a:r>
            <a:br>
              <a:rPr lang="en-US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EF713D-2247-4DA3-B083-ED53214DC2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8300" y="2133600"/>
            <a:ext cx="8915400" cy="377762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I DEVELOPED AN ECOMMERCE WEBSITE USING HTML CSS AND JAVASCRIPT 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I IMPLEMENTED KEY FEATURES:</a:t>
            </a:r>
          </a:p>
          <a:p>
            <a:pPr marL="192024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USER AUTHENTICATION(SIGN UP/SIGN IN)</a:t>
            </a:r>
          </a:p>
          <a:p>
            <a:pPr marL="192024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PRODUCT LISTING WITH IMAGES AND SEARCH FUNCTIONALITY</a:t>
            </a:r>
          </a:p>
          <a:p>
            <a:pPr marL="192024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ADD TO CART AND CART MANAGEMENT SYSTEM</a:t>
            </a:r>
          </a:p>
          <a:p>
            <a:pPr marL="192024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USED FONT AWESOME FOR ICON STYLING</a:t>
            </a:r>
          </a:p>
          <a:p>
            <a:pPr>
              <a:buFont typeface="Wingdings" panose="05000000000000000000" pitchFamily="2" charset="2"/>
              <a:buChar char="v"/>
            </a:pPr>
            <a:endParaRPr lang="en-US" sz="20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DDE673-CAEE-4A8A-A94E-163B30D2F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mtClean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5</a:t>
            </a:fld>
            <a:endParaRPr lang="en-US" dirty="0">
              <a:solidFill>
                <a:schemeClr val="tx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5522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66E2C5B-78BA-4045-BE2A-5439FAA01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32" y="18662"/>
            <a:ext cx="11857921" cy="685800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F4FE8BF-E076-4782-ADCE-20F3B2044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z="2000" smtClean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6</a:t>
            </a:fld>
            <a:endParaRPr lang="en-US" sz="2000" dirty="0">
              <a:solidFill>
                <a:schemeClr val="tx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627E3C-FA36-4268-8488-58A1CDDF66F2}"/>
              </a:ext>
            </a:extLst>
          </p:cNvPr>
          <p:cNvSpPr txBox="1"/>
          <p:nvPr/>
        </p:nvSpPr>
        <p:spPr>
          <a:xfrm>
            <a:off x="5003470" y="387672"/>
            <a:ext cx="21850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SIGN UP PAGE</a:t>
            </a:r>
          </a:p>
        </p:txBody>
      </p:sp>
    </p:spTree>
    <p:extLst>
      <p:ext uri="{BB962C8B-B14F-4D97-AF65-F5344CB8AC3E}">
        <p14:creationId xmlns:p14="http://schemas.microsoft.com/office/powerpoint/2010/main" val="760952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2C6065-964C-47BB-BEE9-3FCD71E1267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26984" y="1118506"/>
            <a:ext cx="4938032" cy="47352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1056B5-76E4-4788-84F4-6E2214C8DD38}"/>
              </a:ext>
            </a:extLst>
          </p:cNvPr>
          <p:cNvSpPr txBox="1"/>
          <p:nvPr/>
        </p:nvSpPr>
        <p:spPr>
          <a:xfrm>
            <a:off x="3438525" y="449037"/>
            <a:ext cx="5314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Verdana" panose="020B0604030504040204" pitchFamily="34" charset="0"/>
                <a:ea typeface="Verdana" panose="020B0604030504040204" pitchFamily="34" charset="0"/>
              </a:rPr>
              <a:t>WEB DEVELOPMENT PROJECT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2122E3-39C3-43D6-9E84-C0CB6AE217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039" y="0"/>
            <a:ext cx="11857921" cy="685800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D1E9F8B-DDF4-4DCB-A781-9B65561AE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z="2000" smtClean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7</a:t>
            </a:fld>
            <a:endParaRPr lang="en-US" sz="2000" dirty="0">
              <a:solidFill>
                <a:schemeClr val="tx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E06CA5-6281-49A0-B901-D5D98AAAF66A}"/>
              </a:ext>
            </a:extLst>
          </p:cNvPr>
          <p:cNvSpPr txBox="1"/>
          <p:nvPr/>
        </p:nvSpPr>
        <p:spPr>
          <a:xfrm>
            <a:off x="5015344" y="279759"/>
            <a:ext cx="21613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SIGN IN PAGE</a:t>
            </a:r>
          </a:p>
        </p:txBody>
      </p:sp>
    </p:spTree>
    <p:extLst>
      <p:ext uri="{BB962C8B-B14F-4D97-AF65-F5344CB8AC3E}">
        <p14:creationId xmlns:p14="http://schemas.microsoft.com/office/powerpoint/2010/main" val="1093809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BA9F339-26A1-44CD-BEEF-9ED22EE72E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28" y="865984"/>
            <a:ext cx="11016344" cy="772341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1A0679-2966-410B-8360-906C231F91C4}"/>
              </a:ext>
            </a:extLst>
          </p:cNvPr>
          <p:cNvSpPr txBox="1"/>
          <p:nvPr/>
        </p:nvSpPr>
        <p:spPr>
          <a:xfrm>
            <a:off x="5045033" y="320634"/>
            <a:ext cx="2101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HOME PAGE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966CBA-18E5-4E26-8596-2903975DE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25" y="782299"/>
            <a:ext cx="779767" cy="365125"/>
          </a:xfrm>
        </p:spPr>
        <p:txBody>
          <a:bodyPr/>
          <a:lstStyle/>
          <a:p>
            <a:fld id="{381E0996-6D8D-44A5-9700-522B06A592D2}" type="slidenum">
              <a:rPr lang="en-US" sz="2000" smtClean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8</a:t>
            </a:fld>
            <a:endParaRPr lang="en-US" sz="2000" dirty="0">
              <a:solidFill>
                <a:schemeClr val="tx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8179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BEF92B-AE16-4D52-A2C0-1141C7C26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24" y="712521"/>
            <a:ext cx="12192000" cy="71667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BB8645-691B-4E5F-8E55-40541FFC2C76}"/>
              </a:ext>
            </a:extLst>
          </p:cNvPr>
          <p:cNvSpPr txBox="1"/>
          <p:nvPr/>
        </p:nvSpPr>
        <p:spPr>
          <a:xfrm>
            <a:off x="3224150" y="250856"/>
            <a:ext cx="58189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SEARCH FEATURE DEMONSTRATION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49DBE3B-36F6-43E7-8B52-9FE1FCA29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5682" y="347396"/>
            <a:ext cx="779767" cy="365125"/>
          </a:xfrm>
        </p:spPr>
        <p:txBody>
          <a:bodyPr/>
          <a:lstStyle/>
          <a:p>
            <a:fld id="{381E0996-6D8D-44A5-9700-522B06A592D2}" type="slidenum">
              <a:rPr lang="en-US" sz="2000" smtClean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9</a:t>
            </a:fld>
            <a:endParaRPr lang="en-US" sz="2000" dirty="0">
              <a:solidFill>
                <a:schemeClr val="tx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5303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D39EB0-3BF5-449D-949C-10BC47D333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13171"/>
            <a:ext cx="12192000" cy="68566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E24DFFD-4CF7-4FCD-A46C-ECEE66238E47}"/>
              </a:ext>
            </a:extLst>
          </p:cNvPr>
          <p:cNvSpPr txBox="1"/>
          <p:nvPr/>
        </p:nvSpPr>
        <p:spPr>
          <a:xfrm>
            <a:off x="3087804" y="251506"/>
            <a:ext cx="6016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SEARCH FEATURE DEMONSTRATION 2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C79622-0649-45BF-8615-A21987D9F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92583" y="482338"/>
            <a:ext cx="779767" cy="365125"/>
          </a:xfrm>
        </p:spPr>
        <p:txBody>
          <a:bodyPr/>
          <a:lstStyle/>
          <a:p>
            <a:fld id="{381E0996-6D8D-44A5-9700-522B06A592D2}" type="slidenum">
              <a:rPr lang="en-US" sz="2000" smtClean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10</a:t>
            </a:fld>
            <a:endParaRPr lang="en-US" sz="2000" dirty="0">
              <a:solidFill>
                <a:schemeClr val="tx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386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113FFBD-5D79-47B0-9A6A-289F71CD9F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0100"/>
            <a:ext cx="12192000" cy="61203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BC1E47D-B20B-4C27-BA4E-635F0685CAB2}"/>
              </a:ext>
            </a:extLst>
          </p:cNvPr>
          <p:cNvSpPr txBox="1"/>
          <p:nvPr/>
        </p:nvSpPr>
        <p:spPr>
          <a:xfrm>
            <a:off x="5126182" y="204768"/>
            <a:ext cx="1939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CART PAGE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84A2E07-25F3-4DD9-8265-2701B5156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56957" y="301308"/>
            <a:ext cx="779767" cy="365125"/>
          </a:xfrm>
        </p:spPr>
        <p:txBody>
          <a:bodyPr/>
          <a:lstStyle/>
          <a:p>
            <a:fld id="{381E0996-6D8D-44A5-9700-522B06A592D2}" type="slidenum">
              <a:rPr lang="en-US" sz="2000" smtClean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11</a:t>
            </a:fld>
            <a:endParaRPr lang="en-US" sz="2000" dirty="0">
              <a:solidFill>
                <a:schemeClr val="tx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04038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BD864-7D80-4A44-A3ED-FBEA1A811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1735" y="329899"/>
            <a:ext cx="4888530" cy="1280890"/>
          </a:xfrm>
        </p:spPr>
        <p:txBody>
          <a:bodyPr/>
          <a:lstStyle/>
          <a:p>
            <a:r>
              <a:rPr lang="en-US" b="1" dirty="0">
                <a:latin typeface="Segoe UI Black" panose="020B0A02040204020203" pitchFamily="34" charset="0"/>
                <a:ea typeface="Segoe UI Black" panose="020B0A02040204020203" pitchFamily="34" charset="0"/>
              </a:rPr>
              <a:t>CHALLENGE FACED</a:t>
            </a:r>
            <a:br>
              <a:rPr lang="en-US" b="1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0113F6-1DA9-4F83-B511-EF108E7EAC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8300" y="1610789"/>
            <a:ext cx="8915400" cy="377762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CREATING SEARCH ALGORITHM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85D2DE5-264A-4475-82AB-C04BDBED1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z="2000" smtClean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12</a:t>
            </a:fld>
            <a:endParaRPr lang="en-US" sz="2000" dirty="0">
              <a:solidFill>
                <a:schemeClr val="tx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0367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81462-D91D-4612-A10F-EEF49E643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6421" y="512462"/>
            <a:ext cx="5019158" cy="1280890"/>
          </a:xfrm>
        </p:spPr>
        <p:txBody>
          <a:bodyPr/>
          <a:lstStyle/>
          <a:p>
            <a:r>
              <a:rPr lang="en-US" dirty="0">
                <a:latin typeface="Segoe UI Black" panose="020B0A02040204020203" pitchFamily="34" charset="0"/>
                <a:ea typeface="Segoe UI Black" panose="020B0A02040204020203" pitchFamily="34" charset="0"/>
              </a:rPr>
              <a:t>SEARCH ALGORITHM</a:t>
            </a:r>
            <a:br>
              <a:rPr lang="en-US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B4BF9-8CD2-4D63-8C57-F8F33EFF7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8300" y="1540189"/>
            <a:ext cx="8915400" cy="508624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GET SEARCH BAR VALUE AND CONVERT IT TO LOWERCASE</a:t>
            </a:r>
          </a:p>
          <a:p>
            <a:pPr>
              <a:buFont typeface="Wingdings" panose="05000000000000000000" pitchFamily="2" charset="2"/>
              <a:buChar char="v"/>
            </a:pPr>
            <a:endParaRPr lang="en-US" sz="20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GET ALL PRODUCTS</a:t>
            </a:r>
          </a:p>
          <a:p>
            <a:pPr>
              <a:buFont typeface="Wingdings" panose="05000000000000000000" pitchFamily="2" charset="2"/>
              <a:buChar char="v"/>
            </a:pPr>
            <a:endParaRPr lang="en-US" sz="20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LOOP THROUGH ALL PRODUCTS AND GET THEIR NAME</a:t>
            </a:r>
          </a:p>
          <a:p>
            <a:pPr>
              <a:buFont typeface="Wingdings" panose="05000000000000000000" pitchFamily="2" charset="2"/>
              <a:buChar char="v"/>
            </a:pPr>
            <a:endParaRPr lang="en-US" sz="20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CONVERT PRODUCT NAME TO LOWERCASE</a:t>
            </a:r>
          </a:p>
          <a:p>
            <a:pPr>
              <a:buFont typeface="Wingdings" panose="05000000000000000000" pitchFamily="2" charset="2"/>
              <a:buChar char="v"/>
            </a:pPr>
            <a:endParaRPr lang="en-US" sz="20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IF PRODUCT NAME INCLUDES SEARCH BAR VALUE, THEN DISPLAY PRODUCT</a:t>
            </a:r>
          </a:p>
          <a:p>
            <a:pPr>
              <a:buFont typeface="Wingdings" panose="05000000000000000000" pitchFamily="2" charset="2"/>
              <a:buChar char="v"/>
            </a:pPr>
            <a:endParaRPr lang="en-US" sz="20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latin typeface="Segoe UI Black" panose="020B0A02040204020203" pitchFamily="34" charset="0"/>
                <a:ea typeface="Segoe UI Black" panose="020B0A02040204020203" pitchFamily="34" charset="0"/>
              </a:rPr>
              <a:t>ELSE HIDE PRODUCT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0312E-42B4-4C24-B376-915122DBB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z="2000" smtClean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13</a:t>
            </a:fld>
            <a:endParaRPr lang="en-US" sz="2000" dirty="0">
              <a:solidFill>
                <a:schemeClr val="tx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21754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72F4F-C191-40E0-8D35-871A1EC0B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2852" y="45700"/>
            <a:ext cx="5746296" cy="750571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Segoe UI Black" panose="020B0A02040204020203" pitchFamily="34" charset="0"/>
                <a:ea typeface="Segoe UI Black" panose="020B0A02040204020203" pitchFamily="34" charset="0"/>
              </a:rPr>
              <a:t>SEARCH PROCESS FLOWCHART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BE653-1638-4301-A29A-834998D0E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mtClean="0"/>
              <a:t>14</a:t>
            </a:fld>
            <a:endParaRPr lang="en-US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1C12762E-A821-41BB-804E-383B5B1095E6}"/>
              </a:ext>
            </a:extLst>
          </p:cNvPr>
          <p:cNvSpPr/>
          <p:nvPr/>
        </p:nvSpPr>
        <p:spPr>
          <a:xfrm>
            <a:off x="4500748" y="787782"/>
            <a:ext cx="2565070" cy="612648"/>
          </a:xfrm>
          <a:prstGeom prst="flowChartProcess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GET SEARCH INPUT</a:t>
            </a:r>
          </a:p>
          <a:p>
            <a:pPr algn="ctr"/>
            <a:r>
              <a:rPr lang="en-US" sz="16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(lowercase)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3DA0818C-32DA-4167-BED1-49C3E413CB13}"/>
              </a:ext>
            </a:extLst>
          </p:cNvPr>
          <p:cNvSpPr/>
          <p:nvPr/>
        </p:nvSpPr>
        <p:spPr>
          <a:xfrm>
            <a:off x="5652655" y="1400430"/>
            <a:ext cx="154379" cy="297741"/>
          </a:xfrm>
          <a:prstGeom prst="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EB092980-DD31-407A-88CF-F1B314C303B1}"/>
              </a:ext>
            </a:extLst>
          </p:cNvPr>
          <p:cNvSpPr/>
          <p:nvPr/>
        </p:nvSpPr>
        <p:spPr>
          <a:xfrm>
            <a:off x="4500748" y="1698171"/>
            <a:ext cx="2565070" cy="612648"/>
          </a:xfrm>
          <a:prstGeom prst="flowChartProcess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GET ALL PRODUCTS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B7154A-4C01-4AB8-9686-48D638110145}"/>
              </a:ext>
            </a:extLst>
          </p:cNvPr>
          <p:cNvSpPr/>
          <p:nvPr/>
        </p:nvSpPr>
        <p:spPr>
          <a:xfrm>
            <a:off x="4500748" y="2608560"/>
            <a:ext cx="2565069" cy="510639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LOOP THROUGH PRODUCTS</a:t>
            </a:r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796F4107-CA1A-4B3D-8247-B9712ECE870E}"/>
              </a:ext>
            </a:extLst>
          </p:cNvPr>
          <p:cNvSpPr/>
          <p:nvPr/>
        </p:nvSpPr>
        <p:spPr>
          <a:xfrm flipH="1">
            <a:off x="4404048" y="3429000"/>
            <a:ext cx="2661769" cy="2060129"/>
          </a:xfrm>
          <a:prstGeom prst="flowChartDecision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PRODUCT NAME INCLUDES SEARCH INPUT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451C62F1-EFA9-4D70-B991-2F936819164F}"/>
              </a:ext>
            </a:extLst>
          </p:cNvPr>
          <p:cNvSpPr/>
          <p:nvPr/>
        </p:nvSpPr>
        <p:spPr>
          <a:xfrm>
            <a:off x="5628904" y="2322879"/>
            <a:ext cx="154378" cy="297741"/>
          </a:xfrm>
          <a:prstGeom prst="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C4DAF250-EE61-496D-A988-8EB8CAA33C24}"/>
              </a:ext>
            </a:extLst>
          </p:cNvPr>
          <p:cNvSpPr/>
          <p:nvPr/>
        </p:nvSpPr>
        <p:spPr>
          <a:xfrm>
            <a:off x="5651806" y="3119199"/>
            <a:ext cx="154378" cy="309801"/>
          </a:xfrm>
          <a:prstGeom prst="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6D3973CE-6CAA-4BE5-A5DB-B8D4E22C8879}"/>
              </a:ext>
            </a:extLst>
          </p:cNvPr>
          <p:cNvSpPr/>
          <p:nvPr/>
        </p:nvSpPr>
        <p:spPr>
          <a:xfrm>
            <a:off x="7065817" y="4392163"/>
            <a:ext cx="659930" cy="133802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94DAE8-C81A-4AAC-A142-C0E74DDB2A49}"/>
              </a:ext>
            </a:extLst>
          </p:cNvPr>
          <p:cNvSpPr txBox="1"/>
          <p:nvPr/>
        </p:nvSpPr>
        <p:spPr>
          <a:xfrm>
            <a:off x="7065817" y="4127285"/>
            <a:ext cx="5666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YES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BAF8FC5D-11C3-4BC3-80EC-0997E286B09A}"/>
              </a:ext>
            </a:extLst>
          </p:cNvPr>
          <p:cNvSpPr/>
          <p:nvPr/>
        </p:nvSpPr>
        <p:spPr>
          <a:xfrm>
            <a:off x="5661134" y="5489129"/>
            <a:ext cx="154378" cy="398527"/>
          </a:xfrm>
          <a:prstGeom prst="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EAED64-3959-4F2A-8F2A-440ACCD92602}"/>
              </a:ext>
            </a:extLst>
          </p:cNvPr>
          <p:cNvSpPr txBox="1"/>
          <p:nvPr/>
        </p:nvSpPr>
        <p:spPr>
          <a:xfrm>
            <a:off x="5806184" y="5489129"/>
            <a:ext cx="6972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NO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D81334-A91C-48B7-9512-9859B6BD21D3}"/>
              </a:ext>
            </a:extLst>
          </p:cNvPr>
          <p:cNvSpPr/>
          <p:nvPr/>
        </p:nvSpPr>
        <p:spPr>
          <a:xfrm>
            <a:off x="7729141" y="4203744"/>
            <a:ext cx="2565069" cy="510639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DISPLAY PRODUCT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8958FE-C62B-481A-97FC-DA964127E0C7}"/>
              </a:ext>
            </a:extLst>
          </p:cNvPr>
          <p:cNvSpPr/>
          <p:nvPr/>
        </p:nvSpPr>
        <p:spPr>
          <a:xfrm>
            <a:off x="4500748" y="5906565"/>
            <a:ext cx="2565068" cy="498579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HIDE PRODUCT</a:t>
            </a:r>
          </a:p>
        </p:txBody>
      </p:sp>
    </p:spTree>
    <p:extLst>
      <p:ext uri="{BB962C8B-B14F-4D97-AF65-F5344CB8AC3E}">
        <p14:creationId xmlns:p14="http://schemas.microsoft.com/office/powerpoint/2010/main" val="23110801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749E8C-5937-45B2-ACD5-8F32B7C26B86}"/>
              </a:ext>
            </a:extLst>
          </p:cNvPr>
          <p:cNvSpPr txBox="1"/>
          <p:nvPr/>
        </p:nvSpPr>
        <p:spPr>
          <a:xfrm>
            <a:off x="1642753" y="356260"/>
            <a:ext cx="89064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5A8DA1-F3C5-45B2-9D39-2E324BF74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7559" y="356260"/>
            <a:ext cx="8911687" cy="717469"/>
          </a:xfrm>
        </p:spPr>
        <p:txBody>
          <a:bodyPr>
            <a:normAutofit fontScale="90000"/>
          </a:bodyPr>
          <a:lstStyle/>
          <a:p>
            <a:r>
              <a:rPr lang="en-US"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SEARCH ALGORITHM IMPLEMENTATION IN JAVASCRIPT</a:t>
            </a:r>
            <a:br>
              <a:rPr lang="en-US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3FAE5E-1082-4BA2-A47D-9B72C09C7C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86" y="1002809"/>
            <a:ext cx="11228763" cy="5742376"/>
          </a:xfrm>
        </p:spPr>
        <p:txBody>
          <a:bodyPr>
            <a:no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 search(){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input=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document.getElementById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('search-bar');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button=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document.getElementById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('search-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btn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listItems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document.querySelectorAll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('.product');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inputValue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input.value.toLowerCase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().trim();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listItems.forEach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((item) =&gt; {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const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itemText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item.querySelector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('p').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textContent.toLowerCase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().trim();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console.log(`INPUT: ${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inputValue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}, Item text: ${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itemText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}`);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if((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itemText.includes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inputValue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))){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item.parentElement.style.display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='';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}else{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item.parentElement.style.display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='none';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});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AB954-A09E-4D28-A839-98073F902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z="2000" smtClean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15</a:t>
            </a:fld>
            <a:endParaRPr lang="en-US" sz="2000" dirty="0">
              <a:solidFill>
                <a:schemeClr val="tx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9753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018B55-C337-41FF-974D-5758BF7EB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1E0996-6D8D-44A5-9700-522B06A592D2}" type="slidenum">
              <a:rPr lang="en-US" sz="2000" smtClean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16</a:t>
            </a:fld>
            <a:endParaRPr lang="en-US" sz="2000" dirty="0">
              <a:solidFill>
                <a:schemeClr val="tx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B3A570-B141-44FB-8DF5-B87F0DF7793C}"/>
              </a:ext>
            </a:extLst>
          </p:cNvPr>
          <p:cNvSpPr txBox="1"/>
          <p:nvPr/>
        </p:nvSpPr>
        <p:spPr>
          <a:xfrm>
            <a:off x="4348065" y="1996751"/>
            <a:ext cx="349586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Segoe UI Black" panose="020B0A02040204020203" pitchFamily="34" charset="0"/>
                <a:ea typeface="Segoe UI Black" panose="020B0A02040204020203" pitchFamily="34" charset="0"/>
              </a:rPr>
              <a:t>THE END, THANKS FOR LISTENING</a:t>
            </a:r>
          </a:p>
        </p:txBody>
      </p:sp>
    </p:spTree>
    <p:extLst>
      <p:ext uri="{BB962C8B-B14F-4D97-AF65-F5344CB8AC3E}">
        <p14:creationId xmlns:p14="http://schemas.microsoft.com/office/powerpoint/2010/main" val="2609213470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363</TotalTime>
  <Words>413</Words>
  <Application>Microsoft Office PowerPoint</Application>
  <PresentationFormat>Widescreen</PresentationFormat>
  <Paragraphs>97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7" baseType="lpstr">
      <vt:lpstr>Arial</vt:lpstr>
      <vt:lpstr>Calibri</vt:lpstr>
      <vt:lpstr>Century Gothic</vt:lpstr>
      <vt:lpstr>Courier New</vt:lpstr>
      <vt:lpstr>Ink Free</vt:lpstr>
      <vt:lpstr>Segoe UI Black</vt:lpstr>
      <vt:lpstr>Segoe UI Semibold</vt:lpstr>
      <vt:lpstr>Verdana</vt:lpstr>
      <vt:lpstr>Wingdings</vt:lpstr>
      <vt:lpstr>Wingdings 3</vt:lpstr>
      <vt:lpstr>Wisp</vt:lpstr>
      <vt:lpstr>PowerPoint Presentation</vt:lpstr>
      <vt:lpstr>PowerPoint Presentation</vt:lpstr>
      <vt:lpstr>PowerPoint Presentation</vt:lpstr>
      <vt:lpstr>TASK COMPLETED AT NITDA</vt:lpstr>
      <vt:lpstr>ECOMMERCE WEBSITE PROJECT (FRONTEND)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CHALLENGE FACED </vt:lpstr>
      <vt:lpstr>SEARCH ALGORITHM </vt:lpstr>
      <vt:lpstr>SEARCH PROCESS FLOWCHART</vt:lpstr>
      <vt:lpstr>SEARCH ALGORITHM IMPLEMENTATION IN JAVASCRIPT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Training User</dc:creator>
  <cp:lastModifiedBy>Training User</cp:lastModifiedBy>
  <cp:revision>39</cp:revision>
  <dcterms:created xsi:type="dcterms:W3CDTF">2026-01-29T11:54:28Z</dcterms:created>
  <dcterms:modified xsi:type="dcterms:W3CDTF">2026-01-30T12:34:07Z</dcterms:modified>
</cp:coreProperties>
</file>